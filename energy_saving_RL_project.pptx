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072B2"/>
                </a:solidFill>
              </a:rPr>
              <a:t>Energy Saving in O-RAN with Reinforcement Learning</a:t>
            </a:r>
          </a:p>
          <a:p>
            <a:r>
              <a:rPr sz="1800">
                <a:solidFill>
                  <a:srgbClr val="222222"/>
                </a:solidFill>
              </a:rPr>
              <a:t>A digital-twin study: learning to sleep 5G cells without hurting service quality</a:t>
            </a:r>
          </a:p>
          <a:p>
            <a:r>
              <a:rPr sz="1400" i="1">
                <a:solidFill>
                  <a:srgbClr val="666666"/>
                </a:solidFill>
              </a:rPr>
              <a:t>ns-3 mmWave O-RAN  ·  imitation + PPO  ·  energy-vs-QoS tradeoff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The problem &amp; the goal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2926080" cy="508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5G base stations (gNBs) draw ~600 W even when almost idle — a large, avoidable energy cost.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Idea: an intelligent controller that puts unused gNBs to sleep, waking them when demand returns.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The tension: sleep too aggressively and you drop calls / lose throughput (QoS).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Company goal: a reinforcement-learning (RL) controller that beats the hand-coded heuristic on the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66666"/>
                </a:solidFill>
              </a:rPr>
              <a:t>– energy-vs-QoS tradeoff — more energy saved without hurting throughput or reliability.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The digital twin (what we simulate)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2926080" cy="508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ns-3 mmWave O-RAN simulator, scenario-three: 1 LTE anchor cell + 7 mmWave gNBs (can sleep), 6 users.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Traffic redesigned to 3 sharp bursts per episode (+ an always-on baseline user) — so the controller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66666"/>
                </a:solidFill>
              </a:rPr>
              <a:t>– must adapt in real time (sleep in the lulls, wake for the bursts).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Energy model: each ON gNB = 600 W static + 400 W x utilisation; a sleeping gNB ~ 0 W.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Key constraint: the simulator runs ~15-20 s per 100 ms control step (CPU-bound) — this shapes everything.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How it works — real-time closed-loop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2926080" cy="508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Every 100 ms, a handshake over shared memory (files + semaphores):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66666"/>
                </a:solidFill>
              </a:rPr>
              <a:t>– ns-3 emits per-cell KPMs (load, throughput, dropped calls) -&gt; a 61-number observation.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66666"/>
                </a:solidFill>
              </a:rPr>
              <a:t>– the controller picks a 7-bit ON/OFF action (one bit per gNB; anchor always ON).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66666"/>
                </a:solidFill>
              </a:rPr>
              <a:t>– the action is written back; ns-3 applies it and advances 100 ms.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Reward the RL optimises:  throughput(Mbps) - energy(kW) - 2 x dropped-calls(RLF).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The controller plays the role of an O-RAN 'xApp'; we drive the sim directly (no live RIC needed).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The controllers we compared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2926080" cy="508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Heuristic (TwinHeuristic) - the company baseline: load-adaptive, sleeps idle cells, wakes on neighbour load.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Behaviour Cloning (BC) - a neural net trained to copy the heuristic (reached 100% match).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PPO (reinforcement learning) - warm-started from BC, then fine-tuned on the reward. The one that can surpass.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Pruning controller - an aggressive energy-saver with a tunable 'grace' dial (energy-vs-reliability).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(ns-3's own built-in heuristic is quota-driven and can't adapt to load - hence the custom one.)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The learning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2926080" cy="508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1)  Collect expert demonstrations - run the heuristic on the twin, log (observation, action) pairs.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2)  Behaviour Cloning (+ critic warm-up) - clone the heuristic into the policy AND pre-train its value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66666"/>
                </a:solidFill>
              </a:rPr>
              <a:t>– estimator; the warm-up fixes a classic BC-&gt;PPO collapse we hit and diagnosed.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3)  PPO fine-tune (~4 h, live ns-3 rollouts) - improve on the true reward.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4)  Evaluate deterministically vs the heuristic across 4 seeds; score energy / throughput / RLF.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All reproducible; trained model + demos committed to the repo.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Result 1 — the energy-vs-QoS tradeoff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2926080" cy="508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666666"/>
                </a:solidFill>
              </a:rPr>
              <a:t>Heuristic sits near the efficient frontier; plain-reward PPO ties it byte-for-byte</a:t>
            </a:r>
          </a:p>
        </p:txBody>
      </p:sp>
      <p:pic>
        <p:nvPicPr>
          <p:cNvPr id="5" name="Picture 4" descr="summary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600200"/>
            <a:ext cx="9601200" cy="6400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4-seed averages. PPO reproduces the heuristic (a tie). Aggressive pruning saves more energy but costs reliability.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Result 2 — an improved reward moved RL off the tie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2926080" cy="508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666666"/>
                </a:solidFill>
              </a:rPr>
              <a:t>Potential-based reward shaping -&gt; a distinct, greener + more-reliable policy</a:t>
            </a:r>
          </a:p>
        </p:txBody>
      </p:sp>
      <p:pic>
        <p:nvPicPr>
          <p:cNvPr id="5" name="Picture 4" descr="2_rl_vs_heuristic_by_met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645920"/>
            <a:ext cx="10515600" cy="43066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Shaped-reward RL vs balanced heuristic (4-seed avg): +6 pts energy AND ~26% fewer dropped calls, ~9% less throughput.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Why RL doesn't strictly dominate (the key insight)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2926080" cy="508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The heuristic is genuinely near-optimal here - it's hard to beat because it's already good.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RL is sample-starved: the slow sim affords only ~640 trial-steps, and random on/off exploration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66666"/>
                </a:solidFill>
              </a:rPr>
              <a:t>– sleeps idle AND busy cells together -&gt; can't isolate 'sleeping THIS idle cell was the good move'.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The 43% 'idle-but-powered' waste is real in hindsight, but NOT free to reclaim: sleeping a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66666"/>
                </a:solidFill>
              </a:rPr>
              <a:t>– momentarily-idle cell that's needed next causes a dropped call. The heuristic's caution is justified.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So it's a favourable TRADEOFF (greener + more reliable, slightly less throughput), not a clean sweep.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Operational value — a tunable energy/QoS frontier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2926080" cy="508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666666"/>
                </a:solidFill>
              </a:rPr>
              <a:t>One dial lets an operator choose the operating point; the heuristic is a single fixed point</a:t>
            </a:r>
          </a:p>
        </p:txBody>
      </p:sp>
      <p:pic>
        <p:nvPicPr>
          <p:cNvPr id="5" name="Picture 4" descr="3_pruning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1645920"/>
            <a:ext cx="8686800" cy="6273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Pruning 'grace' dial: from the heuristic's point up to ~57% energy saved, trading throughput as you 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What the controller does over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2926080" cy="508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666666"/>
                </a:solidFill>
              </a:rPr>
              <a:t>Cells sleep through the lulls and wake for the bursts</a:t>
            </a:r>
          </a:p>
        </p:txBody>
      </p:sp>
      <p:pic>
        <p:nvPicPr>
          <p:cNvPr id="5" name="Picture 4" descr="4_controller_behavior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645920"/>
            <a:ext cx="9601200" cy="74191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Power over time, # gNBs on, and which cell sleeps when. Idle cells sleep; busy cells stay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Bottom line &amp; recommended next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2926080" cy="508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Delivered: a realistic bursty twin, a working imitation+RL pipeline (BC 100% match, stable PPO),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66666"/>
                </a:solidFill>
              </a:rPr>
              <a:t>– a rigorous quantification of the energy-vs-QoS tradeoff, and a tunable energy-saving controller.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RL result: with reward shaping, RL learns a greener + more-reliable operating point than the heuristic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66666"/>
                </a:solidFill>
              </a:rPr>
              <a:t>– (better on energy and dropped-calls; slightly lower throughput) - a favourable, honest tradeoff.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It does not STRICTLY beat a strong heuristic on all three axes - and we explain precisely why.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Next step for a strict win: a spatial-HOTSPOT scenario (some cells persistently idle), where a smart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66666"/>
                </a:solidFill>
              </a:rPr>
              <a:t>– controller can sleep truly-unused cells for free - more realistic and genuinely winnable.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Reproducibility &amp;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2926080" cy="508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Two git repos: ns-3-mmwave-oran (the twin) + ns-o-ran-gym (gym / RL / analysis).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Committed: trained model + demos + obs-stats; all scripts; figures computed live from run folders.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Docs (self-contained): OVERVIEW.md (how it all works), RESULTS.md (findings &amp; numbers),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66666"/>
                </a:solidFill>
              </a:rPr>
              <a:t>– REPRODUCE.md (build &amp; run from scratch), CONTEXT.md (full-journey primer).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Figures: energy-vs-QoS tradeoff, per-metric comparison, pruning frontier, controller-over-time.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